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5240000" cy="8572500"/>
  <p:notesSz cx="6858000" cy="9144000"/>
</p:presentation>
</file>

<file path=ppt/_rels/presentation.xml.rels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age1.png"/></Relationships>
</file>

<file path=ppt/slides/_rels/slide2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age2.png"/></Relationships>
</file>

<file path=ppt/slides/_rels/slide3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age3.png"/></Relationships>
</file>

<file path=ppt/slides/_rels/slide4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age4.png"/></Relationships>
</file>

<file path=ppt/slides/_rels/slide5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age5.png"/></Relationships>
</file>

<file path=ppt/slides/_rels/slide6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age6.png"/></Relationships>
</file>

<file path=ppt/slides/_rels/slide7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age7.png"/></Relationships>
</file>

<file path=ppt/slides/_rels/slide8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age8.png"/></Relationships>
</file>

<file path=ppt/slides/_rels/slide9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age9.png"/></Relationships>
</file>

<file path=ppt/slides/_rels/slide10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age10.png"/></Relationships>
</file>

<file path=ppt/slides/_rels/slide11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age11.png"/></Relationships>
</file>

<file path=ppt/slides/_rels/slide12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age12.png"/></Relationships>
</file>

<file path=ppt/slides/_rels/slide13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age13.png"/></Relationships>
</file>

<file path=ppt/slides/_rels/slide14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age1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ndered page 1" descr="Visual preview. Edit the companion HTML source to change this page.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ndered page 2" descr="Visual preview. Edit the companion HTML source to change this page.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ndered page 3" descr="Visual preview. Edit the companion HTML source to change this page.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ndered page 4" descr="Visual preview. Edit the companion HTML source to change this page.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ndered page 5" descr="Visual preview. Edit the companion HTML source to change this page.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ndered page 6" descr="Visual preview. Edit the companion HTML source to change this page.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ndered page 7" descr="Visual preview. Edit the companion HTML source to change this page.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ndered page 8" descr="Visual preview. Edit the companion HTML source to change this page.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ndered page 9" descr="Visual preview. Edit the companion HTML source to change this page.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ndered page 10" descr="Visual preview. Edit the companion HTML source to change this page.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ndered page 11" descr="Visual preview. Edit the companion HTML source to change this page.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ndered page 12" descr="Visual preview. Edit the companion HTML source to change this page.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ndered page 13" descr="Visual preview. Edit the companion HTML source to change this page.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ndered page 14" descr="Visual preview. Edit the companion HTML source to change this page.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687916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5277" tIns="35277" rIns="35277" bIns="35277" numCol="1" spcCol="38100" rtlCol="0" anchor="ctr" upright="0">
        <a:spAutoFit/>
      </a:bodyPr>
      <a:lstStyle>
        <a:defPPr marL="0" marR="0" indent="0" algn="l" defTabSz="687916" rtl="0" fontAlgn="auto" latinLnBrk="0" hangingPunct="0">
          <a:lnSpc>
            <a:spcPct val="100000"/>
          </a:lnSpc>
          <a:spcBef>
            <a:spcPts val="4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