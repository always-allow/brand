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xml" ContentType="application/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Master"/>
  </p:sldMasterIdLst>
  <p:sldIdLst>
    <p:sldId id="256" r:id="rId1"/>
    <p:sldId id="257" r:id="rId2"/>
  </p:sldIdLst>
  <p:sldSz cx="7772400" cy="10058400"/>
  <p:notesSz cx="6858000" cy="9144000"/>
</p:presentation>
</file>

<file path=ppt/_rels/presentation.xml.rels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page1.png"/></Relationships>
</file>

<file path=ppt/slides/_rels/slide2.xml.rels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page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ndered page 1" descr="Visual preview. Edit the companion HTML source to change this page.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ndered page 2" descr="Visual preview. Edit the companion HTML source to change this page.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687916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35277" tIns="35277" rIns="35277" bIns="35277" numCol="1" spcCol="38100" rtlCol="0" anchor="ctr" upright="0">
        <a:spAutoFit/>
      </a:bodyPr>
      <a:lstStyle>
        <a:defPPr marL="0" marR="0" indent="0" algn="l" defTabSz="687916" rtl="0" fontAlgn="auto" latinLnBrk="0" hangingPunct="0">
          <a:lnSpc>
            <a:spcPct val="100000"/>
          </a:lnSpc>
          <a:spcBef>
            <a:spcPts val="4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